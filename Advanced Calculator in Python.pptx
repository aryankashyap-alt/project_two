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539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37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105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98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07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41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57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4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82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70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740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37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423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FCE6-415C-CE4C-F534-03D1623460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Multi-Utility Calculator in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F762B-C0BA-8317-43BA-17B34248F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Aryan Kashyap</a:t>
            </a:r>
          </a:p>
          <a:p>
            <a:r>
              <a:rPr lang="en-US" dirty="0" err="1"/>
              <a:t>Nexthikes</a:t>
            </a:r>
            <a:r>
              <a:rPr lang="en-US" dirty="0"/>
              <a:t> IT Solutions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462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A3DE-985B-DCCE-07DA-22642134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5E947-632B-7258-7FCB-E29A549AF9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Python-based application with Calculator, Converter, and Equation Solver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Built using </a:t>
            </a:r>
            <a:r>
              <a:rPr lang="en-US" dirty="0" err="1"/>
              <a:t>Tkinter</a:t>
            </a:r>
            <a:r>
              <a:rPr lang="en-US" dirty="0"/>
              <a:t>, Math, Regex, and </a:t>
            </a:r>
            <a:r>
              <a:rPr lang="en-US" dirty="0" err="1"/>
              <a:t>SymPy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5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6828-59BA-616E-76F1-CA6AF2C1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Modern GUI &amp; User Experience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6106F8-A6E2-F84F-459E-A0E9E141E9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400" y="1897626"/>
            <a:ext cx="4680155" cy="441109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E358B5-0C8E-67BA-6A13-816408FAA4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Multi-tab interface: Calculator, Converter, Equation Solver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Dark-themed professional design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Calculation history and copy-to-clipboard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05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1A58-3B37-590C-2500-12B3A95A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Converter &amp; Equation Solver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8D8012-50F0-C402-D38F-1E5DD4C21B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96413" y="1858298"/>
            <a:ext cx="4886632" cy="445042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FB58D-29AE-2ADE-5097-56D77CA807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err="1"/>
              <a:t>Trignometric</a:t>
            </a:r>
            <a:r>
              <a:rPr lang="en-US" dirty="0"/>
              <a:t> functions, Factorial functions available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Unit conversions: Length, Weight, Temperature, Volume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err="1"/>
              <a:t>SymPy</a:t>
            </a:r>
            <a:r>
              <a:rPr lang="en-US" dirty="0"/>
              <a:t>-powered equation solving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Example: 2*x + 5 = 15 → x = 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7760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760C0A-896D-604F-B254-FB4ACD044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305" y="0"/>
            <a:ext cx="58593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3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39589-CDFA-E4AA-0B3B-CF2FB7ED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40CD9-71A9-0E68-C548-3F5A8398C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More than a standard calculator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Combines scientific calculations, conversions, and algebra solving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145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EFBE43-E199-B5FD-0F09-CFC02D809839}"/>
              </a:ext>
            </a:extLst>
          </p:cNvPr>
          <p:cNvSpPr/>
          <p:nvPr/>
        </p:nvSpPr>
        <p:spPr>
          <a:xfrm>
            <a:off x="3415092" y="2790355"/>
            <a:ext cx="508652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  <a:endParaRPr lang="en-US" sz="72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9327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36</TotalTime>
  <Words>118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Tw Cen MT</vt:lpstr>
      <vt:lpstr>Tw Cen MT Condensed</vt:lpstr>
      <vt:lpstr>Wingdings</vt:lpstr>
      <vt:lpstr>Wingdings 3</vt:lpstr>
      <vt:lpstr>Integral</vt:lpstr>
      <vt:lpstr>Advanced Multi-Utility Calculator in Python</vt:lpstr>
      <vt:lpstr>ABOUT THE PROJECT</vt:lpstr>
      <vt:lpstr>Modern GUI &amp; User Experience</vt:lpstr>
      <vt:lpstr>Converter &amp; Equation Solver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Kashyap</dc:creator>
  <cp:lastModifiedBy>Aryan Kashyap</cp:lastModifiedBy>
  <cp:revision>1</cp:revision>
  <dcterms:created xsi:type="dcterms:W3CDTF">2026-06-22T09:43:13Z</dcterms:created>
  <dcterms:modified xsi:type="dcterms:W3CDTF">2026-06-22T10:19:14Z</dcterms:modified>
</cp:coreProperties>
</file>